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Calibri"/>
              </a:rPr>
              <a:t>Mt. Olivet Methodist Church</a:t>
            </a:r>
          </a:p>
          <a:p>
            <a:r>
              <a:rPr sz="3000" b="1" i="0">
                <a:solidFill>
                  <a:srgbClr val="BBD8F5"/>
                </a:solidFill>
                <a:latin typeface="Calibri"/>
              </a:rPr>
              <a:t>Web Application — User Guide</a:t>
            </a:r>
          </a:p>
          <a:p>
            <a:r>
              <a:rPr sz="1800" b="0" i="1">
                <a:solidFill>
                  <a:srgbClr val="B88A00"/>
                </a:solidFill>
                <a:latin typeface="Calibri"/>
              </a:rPr>
              <a:t>Mpaebo Bea — Place of Prayer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AAAA"/>
                </a:solidFill>
                <a:latin typeface="Calibri"/>
              </a:rPr>
              <a:t>A guide for members, leaders and administrators • Desktop &amp; mobile • Works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About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One place for the whole church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public pages, member portal and staff tools.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Members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directory, contacts, roles and organisations.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Finances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donations, expenses, summaries and reports.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Communication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announcements and the weekly service details.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Events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scheduling, recurring events and attendance.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Organisations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ministries with members, events and picture galleries.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Receipts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view and download donation receipts as PDF.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Statistics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weekly attendance tracking and trend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User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Roles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71600"/>
          <a:ext cx="108813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5760720"/>
              </a:tblGrid>
              <a:tr h="210312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Shown as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Capabilities</a:t>
                      </a:r>
                    </a:p>
                  </a:txBody>
                  <a:tcPr>
                    <a:solidFill>
                      <a:srgbClr val="1E88E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D2B4E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Steward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Everything — members &amp; accounts, finances, announcements, events, organisations, statistics, church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D2B4E"/>
                          </a:solidFill>
                          <a:latin typeface="Calibri"/>
                        </a:rPr>
                        <a:t>Reverend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Reverend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Manage members and reports, view finances and statistics, all member features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D2B4E"/>
                          </a:solidFill>
                          <a:latin typeface="Calibri"/>
                        </a:rPr>
                        <a:t>Finance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Finance Officer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Record and manage donations, expenses and receipts, use the Calculator, all member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D2B4E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0D2B4E"/>
                          </a:solidFill>
                          <a:latin typeface="Calibri"/>
                        </a:rPr>
                        <a:t>Dashboard, join organisations, read announcements and events, view own receipts and statistics</a:t>
                      </a:r>
                    </a:p>
                  </a:txBody>
                  <a:tcPr>
                    <a:solidFill>
                      <a:srgbClr val="E3F1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Getting Started — Create an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Open the app and click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Create Account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on the home page.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Enter your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full name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, choose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username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and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password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(at least 8 characters).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Add optional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email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and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phone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number.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Submit — your Member account is created and you are logged in automatically.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B88A00"/>
                </a:solidFill>
                <a:latin typeface="Calibri"/>
              </a:rPr>
              <a:t>▪  Self-registration always creates a Member account. Staff accounts are created by an administrator.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First Login — Forced Password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Accounts created with a generated/temporary password must set their own on first login.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Enter the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current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(temporary) password,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new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password (min 8 chars) and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confirm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it.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Save — you are taken to the Dashboard and use your own password from then on.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B88A00"/>
                </a:solidFill>
                <a:latin typeface="Calibri"/>
              </a:rPr>
              <a:t>▪  You cannot use the portal until you have chosen your own password.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Moving Around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Top bar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page title, Online/Offline status, pending-changes count, Sync button, dark-mode toggle, role badge, username and Log out.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Desktop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navigation rail on the left lists every page you can access.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Mobile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bottom bar with the first four items plus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More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sheet for everything else.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Menus adapt to your role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only features you are allowed to use appear.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Public Pages (No Login Needed)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Home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hero, slogan, community stats and feature cards.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About the Church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tabs for About Us, Organisations, Activities, Events and Announcements.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Cards open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detail pages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with full descriptions, related events and picture galleries.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Click a photo for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lightbox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;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Download image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button saves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Personal greeting with your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role badge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Stat cards —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Members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,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Today’s Offering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,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Monthly Tithe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and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Balance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(finance cards for staff only).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Upcoming Events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card — admins get a Manage link per event.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Latest Announcements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with priority tags.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Search by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name, username, email or phone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Add Member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(Admin) — full details and role; password can be typed or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generated randomly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Generated passwords force the member to set their own password at first login.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Edit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(Admin) — any details except the username.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Delete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(Admin) — with confirmation; you cannot delete your own account.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View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full profile including the member’s organisations and 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Finances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Donations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record member picker, amount, category (Tithe, Offering, MDF, Appeals, Donations, Harvest, Pledge, Project Fund, Grace Box, Other) and method (Cash, Mobile Money, Bank Transfer, Cheque).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Date-range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filter with running total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Expenses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record, edit and delete (Utilities, Salaries, Repairs, Transport, Food, Supplies, Rent, Outreach, Other).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Summary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income, expenses, balance, breakdowns by category and a 12-month report.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88A00"/>
                </a:solidFill>
                <a:latin typeface="Calibri"/>
              </a:rPr>
              <a:t>▪  Admin &amp; Finance can record and edit. The Reverend is read-only. Deleting a whole year’s donations is Admin only.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Announcements &amp;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Announcements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create with priority (Normal / Urgent / High / Low) and optional expiry (Admin).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This Week’s Service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upload the service date, preacher and bible reading.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Events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create with date range, location and a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recurring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option (weekday picker).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Attendance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record Present / Absent / Excused per member (Admin).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Automatic status badges: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Upcoming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,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Started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or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Past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Organisations (Ministries)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Join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an organisation choosing your role (Member, President, Secretary …);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Leave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anytime.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Manage members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(Admin) — add, change roles, remove.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Create / Edit / Delete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organisations with a leader and a list of roles (Admin).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Org detail page has an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Events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tab and a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Pictures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tab.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Upload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multiple pictures at once with a single caption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instant previews, remove before upload.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B88A00"/>
                </a:solidFill>
                <a:latin typeface="Calibri"/>
              </a:rPr>
              <a:t>▪  Admins and the organisation’s Secretary can manage org events and pictures.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List of donation receipts — receipt number, date, donor, category, method and amount.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View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neat HTML receipt preview in the page, with a Download PDF button.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PDF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download the receipt to print or share.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Delete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hides a receipt from your list (Admin / Finance).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Reports &amp;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Reports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(Staff) — filter by year, period and month.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Monthly report,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income by category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,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top donors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and a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donor summary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modal.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Delete Period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(Admin) — permanently removes donations for a period.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0D2B4E"/>
                </a:solidFill>
                <a:latin typeface="Calibri"/>
              </a:rPr>
              <a:t>Statistics</a:t>
            </a:r>
            <a:r>
              <a:rPr sz="1700" b="0" i="0">
                <a:solidFill>
                  <a:srgbClr val="0D2B4E"/>
                </a:solidFill>
                <a:latin typeface="Calibri"/>
              </a:rPr>
              <a:t> — weekly attendance by service (Adult Men / Women / Boys / Girls).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0D2B4E"/>
                </a:solidFill>
                <a:latin typeface="Calibri"/>
              </a:rPr>
              <a:t>▪  Record, edit and delete attendance (Admin); everyone can view the trend chart.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Church Profile (Admin)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General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church name, tagline and logo.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About / Mission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sections with title and content, plus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multiple images with captions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Organisations &amp; Activities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public entries with descriptions and pictures.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Social Media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phone, WhatsApp, email, Facebook and TikTok.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Each tab has its own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Save Changes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button.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My Profile &amp; Appearance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Everyone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Edit Profile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name, username, email, phone, gender, date of birth, family name, baptism date, membership date and address.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Your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role cannot be changed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here.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Change Password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current plus a new password (min 8 characters).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Appearance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— light/dark mode and a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theme colour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picker.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Admins can set the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default theme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for the whole app.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Offline Mode &amp; Installable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PWA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Install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the app from your browser (“Add to Home Screen”) — it opens full-screen like a native app.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Pages are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cached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, so the portal opens even without internet.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Actions performed offline are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queued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and the top bar shows how many are pending.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Changes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sync automatically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on reconnect, every 30 seconds, or via the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Sync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button.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The top bar always shows whether you are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Online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or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Offline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Tips &amp;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256032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 i="0">
                <a:solidFill>
                  <a:srgbClr val="1E88E5"/>
                </a:solidFill>
                <a:latin typeface="Calibri"/>
              </a:rPr>
              <a:t>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Passwords must be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at least 8 characters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Upload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image files only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; they are compressed automatically and unreadable files are skipped with a notice.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Missing changes? You were probably offline — press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Sync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and refresh.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Seeing an old version? Refresh or restart the app to pick up updates.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Don’t see a menu item? It’s outside your role — ask an administrator.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0D2B4E"/>
                </a:solidFill>
                <a:latin typeface="Calibri"/>
              </a:rPr>
              <a:t>▪  Always use the </a:t>
            </a:r>
            <a:r>
              <a:rPr sz="1500" b="1" i="0">
                <a:solidFill>
                  <a:srgbClr val="0D2B4E"/>
                </a:solidFill>
                <a:latin typeface="Calibri"/>
              </a:rPr>
              <a:t>Log out</a:t>
            </a:r>
            <a:r>
              <a:rPr sz="1500" b="0" i="0">
                <a:solidFill>
                  <a:srgbClr val="0D2B4E"/>
                </a:solidFill>
                <a:latin typeface="Calibri"/>
              </a:rPr>
              <a:t> button (it confirms first) on shared devices.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91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r>
              <a:rPr sz="1800" b="0" i="1">
                <a:solidFill>
                  <a:srgbClr val="B88A00"/>
                </a:solidFill>
                <a:latin typeface="Calibri"/>
              </a:rPr>
              <a:t>Mpaebo Bea — Place of Prayer • God bless our church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AAAAAA"/>
                </a:solidFill>
                <a:latin typeface="Calibri"/>
              </a:rPr>
              <a:t>Mt. Olivet Methodist Church • Web Application User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